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67" r:id="rId3"/>
    <p:sldId id="295" r:id="rId4"/>
    <p:sldId id="318" r:id="rId5"/>
    <p:sldId id="293" r:id="rId6"/>
    <p:sldId id="321" r:id="rId7"/>
    <p:sldId id="313" r:id="rId8"/>
    <p:sldId id="277" r:id="rId9"/>
    <p:sldId id="322" r:id="rId10"/>
    <p:sldId id="319" r:id="rId11"/>
    <p:sldId id="320" r:id="rId12"/>
    <p:sldId id="282" r:id="rId13"/>
    <p:sldId id="29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84" y="7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7267A5-E8A9-44E6-AC6B-85659C923B0A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EDE85-DD58-44D8-86D3-962F190C93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8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EDE85-DD58-44D8-86D3-962F190C933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629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A50F-FAC3-4A01-9F54-6C5B960CBCCB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0F91D3A2-60AB-4798-8AB8-097415399B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4611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A50F-FAC3-4A01-9F54-6C5B960CBCCB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D3A2-60AB-4798-8AB8-097415399B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9318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A50F-FAC3-4A01-9F54-6C5B960CBCCB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0F91D3A2-60AB-4798-8AB8-097415399B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2993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A50F-FAC3-4A01-9F54-6C5B960CBCCB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0F91D3A2-60AB-4798-8AB8-097415399B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6353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A50F-FAC3-4A01-9F54-6C5B960CBCCB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0F91D3A2-60AB-4798-8AB8-097415399B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995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A50F-FAC3-4A01-9F54-6C5B960CBCCB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D3A2-60AB-4798-8AB8-097415399B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9804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A50F-FAC3-4A01-9F54-6C5B960CBCCB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D3A2-60AB-4798-8AB8-097415399B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8588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A50F-FAC3-4A01-9F54-6C5B960CBCCB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D3A2-60AB-4798-8AB8-097415399B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3292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A50F-FAC3-4A01-9F54-6C5B960CBCCB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0F91D3A2-60AB-4798-8AB8-097415399B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9146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A50F-FAC3-4A01-9F54-6C5B960CBCCB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0F91D3A2-60AB-4798-8AB8-097415399B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9001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A50F-FAC3-4A01-9F54-6C5B960CBCCB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0F91D3A2-60AB-4798-8AB8-097415399BD6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3388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A50F-FAC3-4A01-9F54-6C5B960CBCCB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0F91D3A2-60AB-4798-8AB8-097415399B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9169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A50F-FAC3-4A01-9F54-6C5B960CBCCB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0F91D3A2-60AB-4798-8AB8-097415399BD6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5017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A50F-FAC3-4A01-9F54-6C5B960CBCCB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0F91D3A2-60AB-4798-8AB8-097415399B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379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A50F-FAC3-4A01-9F54-6C5B960CBCCB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D3A2-60AB-4798-8AB8-097415399B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0736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EA50F-FAC3-4A01-9F54-6C5B960CBCCB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1D3A2-60AB-4798-8AB8-097415399B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991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EA50F-FAC3-4A01-9F54-6C5B960CBCCB}" type="datetimeFigureOut">
              <a:rPr lang="ru-RU" smtClean="0"/>
              <a:t>01.05.2026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F91D3A2-60AB-4798-8AB8-097415399B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4777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23528" y="764704"/>
            <a:ext cx="8820472" cy="2952328"/>
          </a:xfrm>
        </p:spPr>
        <p:txBody>
          <a:bodyPr>
            <a:noAutofit/>
          </a:bodyPr>
          <a:lstStyle/>
          <a:p>
            <a:pPr algn="ctr"/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Manager CRUD</a:t>
            </a:r>
            <a:b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</a:t>
            </a:r>
            <a:r>
              <a:rPr lang="ru-RU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керування</a:t>
            </a:r>
            <a:r>
              <a:rPr 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каталогом </a:t>
            </a:r>
            <a:r>
              <a:rPr lang="ru-RU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фільмів</a:t>
            </a:r>
            <a:r>
              <a:rPr 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Інструменти: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Java, JavaFX, JDBC, PostgreSQL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Виконавці: Павло Меша, Андрій </a:t>
            </a:r>
            <a:r>
              <a:rPr lang="uk-UA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Федорченков</a:t>
            </a:r>
            <a:r>
              <a:rPr lang="uk-U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Максим Попов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3933056"/>
            <a:ext cx="4757671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307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5616" y="687087"/>
            <a:ext cx="7800801" cy="610480"/>
          </a:xfrm>
        </p:spPr>
        <p:txBody>
          <a:bodyPr>
            <a:noAutofit/>
          </a:bodyPr>
          <a:lstStyle/>
          <a:p>
            <a:pPr algn="ctr"/>
            <a:r>
              <a:rPr lang="uk-UA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Огляд проєкту</a:t>
            </a:r>
            <a:endParaRPr lang="ru-RU" sz="28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2" descr="????"/>
          <p:cNvSpPr>
            <a:spLocks noChangeAspect="1" noChangeArrowheads="1"/>
          </p:cNvSpPr>
          <p:nvPr/>
        </p:nvSpPr>
        <p:spPr bwMode="auto">
          <a:xfrm>
            <a:off x="134938" y="3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3" descr="????????"/>
          <p:cNvSpPr>
            <a:spLocks noChangeAspect="1" noChangeArrowheads="1"/>
          </p:cNvSpPr>
          <p:nvPr/>
        </p:nvSpPr>
        <p:spPr bwMode="auto">
          <a:xfrm>
            <a:off x="5365750" y="3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4" descr="????"/>
          <p:cNvSpPr>
            <a:spLocks noChangeAspect="1" noChangeArrowheads="1"/>
          </p:cNvSpPr>
          <p:nvPr/>
        </p:nvSpPr>
        <p:spPr bwMode="auto">
          <a:xfrm>
            <a:off x="134938" y="3206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AutoShape 2" descr="Говоримо українською!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8E20E71-E785-6F93-6A8F-86CA4DB8C6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0632" y="1027833"/>
            <a:ext cx="8045785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Розробка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десктопного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додатка для керування базою даних фільмів.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uk-UA" sz="2400" dirty="0">
                <a:solidFill>
                  <a:schemeClr val="tx1"/>
                </a:solidFill>
                <a:latin typeface="Arial" panose="020B0604020202020204" pitchFamily="34" charset="0"/>
              </a:rPr>
              <a:t>Стабільний додаток з чітким розділенням бізнес-логіки та інтерфейсу.</a:t>
            </a:r>
            <a:endParaRPr lang="uk-UA" altLang="uk-UA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Основні можливості: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Перегляд повного списку фільмів.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Пошук за назвою та роком випуску.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Повний цикл CRUD (Створення, Читання, Оновлення, Видалення).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Перегляд акторського складу для кожного фільму.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747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31640" y="620688"/>
            <a:ext cx="6768752" cy="720080"/>
          </a:xfrm>
        </p:spPr>
        <p:txBody>
          <a:bodyPr>
            <a:noAutofit/>
          </a:bodyPr>
          <a:lstStyle/>
          <a:p>
            <a:pPr algn="ctr"/>
            <a:r>
              <a:rPr lang="uk-UA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Архітектура додатка</a:t>
            </a:r>
            <a:endParaRPr lang="ru-RU" sz="28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5BCECBE-7400-0073-EADC-FA25978678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3568" y="1556792"/>
            <a:ext cx="8309334" cy="4825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uk-UA" altLang="uk-UA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Паттерн</a:t>
            </a:r>
            <a:r>
              <a:rPr lang="uk-UA" altLang="uk-UA" sz="2400" dirty="0">
                <a:solidFill>
                  <a:schemeClr val="tx1"/>
                </a:solidFill>
                <a:latin typeface="Arial" panose="020B0604020202020204" pitchFamily="34" charset="0"/>
              </a:rPr>
              <a:t> MVC (</a:t>
            </a:r>
            <a:r>
              <a:rPr lang="uk-UA" altLang="uk-UA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Model-View-Controller</a:t>
            </a:r>
            <a:r>
              <a:rPr lang="uk-UA" altLang="uk-UA" sz="2400" dirty="0">
                <a:solidFill>
                  <a:schemeClr val="tx1"/>
                </a:solidFill>
                <a:latin typeface="Arial" panose="020B0604020202020204" pitchFamily="34" charset="0"/>
              </a:rPr>
              <a:t>):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uk-UA" altLang="uk-UA" sz="2400" b="1" dirty="0" err="1">
                <a:solidFill>
                  <a:schemeClr val="tx1"/>
                </a:solidFill>
                <a:latin typeface="Arial" panose="020B0604020202020204" pitchFamily="34" charset="0"/>
              </a:rPr>
              <a:t>Model</a:t>
            </a:r>
            <a:r>
              <a:rPr lang="uk-UA" altLang="uk-UA" sz="2400" dirty="0">
                <a:solidFill>
                  <a:schemeClr val="tx1"/>
                </a:solidFill>
                <a:latin typeface="Arial" panose="020B0604020202020204" pitchFamily="34" charset="0"/>
              </a:rPr>
              <a:t>: Класи </a:t>
            </a:r>
            <a:r>
              <a:rPr lang="uk-UA" altLang="uk-UA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Movie</a:t>
            </a:r>
            <a:r>
              <a:rPr lang="uk-UA" altLang="uk-UA" sz="2400" dirty="0">
                <a:solidFill>
                  <a:schemeClr val="tx1"/>
                </a:solidFill>
                <a:latin typeface="Arial" panose="020B0604020202020204" pitchFamily="34" charset="0"/>
              </a:rPr>
              <a:t> та </a:t>
            </a:r>
            <a:r>
              <a:rPr lang="uk-UA" altLang="uk-UA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Actor</a:t>
            </a:r>
            <a:r>
              <a:rPr lang="uk-UA" altLang="uk-UA" sz="2400" dirty="0">
                <a:solidFill>
                  <a:schemeClr val="tx1"/>
                </a:solidFill>
                <a:latin typeface="Arial" panose="020B0604020202020204" pitchFamily="34" charset="0"/>
              </a:rPr>
              <a:t> — представляють структури даних.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uk-UA" altLang="uk-UA" sz="2400" b="1" dirty="0" err="1">
                <a:solidFill>
                  <a:schemeClr val="tx1"/>
                </a:solidFill>
                <a:latin typeface="Arial" panose="020B0604020202020204" pitchFamily="34" charset="0"/>
              </a:rPr>
              <a:t>View</a:t>
            </a:r>
            <a:r>
              <a:rPr lang="uk-UA" altLang="uk-UA" sz="2400" dirty="0">
                <a:solidFill>
                  <a:schemeClr val="tx1"/>
                </a:solidFill>
                <a:latin typeface="Arial" panose="020B0604020202020204" pitchFamily="34" charset="0"/>
              </a:rPr>
              <a:t>: FXML-файли (</a:t>
            </a:r>
            <a:r>
              <a:rPr lang="uk-UA" altLang="uk-UA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main.fxml</a:t>
            </a:r>
            <a:r>
              <a:rPr lang="uk-UA" altLang="uk-UA" sz="24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uk-UA" altLang="uk-UA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actors.fxml</a:t>
            </a:r>
            <a:r>
              <a:rPr lang="uk-UA" altLang="uk-UA" sz="2400" dirty="0">
                <a:solidFill>
                  <a:schemeClr val="tx1"/>
                </a:solidFill>
                <a:latin typeface="Arial" panose="020B0604020202020204" pitchFamily="34" charset="0"/>
              </a:rPr>
              <a:t>) — опис інтерфейсу.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uk-UA" altLang="uk-UA" sz="2400" b="1" dirty="0" err="1">
                <a:solidFill>
                  <a:schemeClr val="tx1"/>
                </a:solidFill>
                <a:latin typeface="Arial" panose="020B0604020202020204" pitchFamily="34" charset="0"/>
              </a:rPr>
              <a:t>Controller</a:t>
            </a:r>
            <a:r>
              <a:rPr lang="uk-UA" altLang="uk-UA" sz="240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uk-UA" altLang="uk-UA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MovieController</a:t>
            </a:r>
            <a:r>
              <a:rPr lang="uk-UA" altLang="uk-UA" sz="2400" dirty="0">
                <a:solidFill>
                  <a:schemeClr val="tx1"/>
                </a:solidFill>
                <a:latin typeface="Arial" panose="020B0604020202020204" pitchFamily="34" charset="0"/>
              </a:rPr>
              <a:t> та </a:t>
            </a:r>
            <a:r>
              <a:rPr lang="uk-UA" altLang="uk-UA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ActorsController</a:t>
            </a:r>
            <a:r>
              <a:rPr lang="uk-UA" altLang="uk-UA" sz="2400" dirty="0">
                <a:solidFill>
                  <a:schemeClr val="tx1"/>
                </a:solidFill>
                <a:latin typeface="Arial" panose="020B0604020202020204" pitchFamily="34" charset="0"/>
              </a:rPr>
              <a:t> — логіка обробки подій користувача.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uk-UA" altLang="uk-UA" sz="2400" b="1" dirty="0">
                <a:solidFill>
                  <a:schemeClr val="tx1"/>
                </a:solidFill>
                <a:latin typeface="Arial" panose="020B0604020202020204" pitchFamily="34" charset="0"/>
              </a:rPr>
              <a:t>Сервісний шар</a:t>
            </a:r>
            <a:r>
              <a:rPr lang="uk-UA" altLang="uk-UA" sz="240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uk-UA" altLang="uk-UA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DatabaseService</a:t>
            </a:r>
            <a:r>
              <a:rPr lang="uk-UA" altLang="uk-UA" sz="2400" dirty="0">
                <a:solidFill>
                  <a:schemeClr val="tx1"/>
                </a:solidFill>
                <a:latin typeface="Arial" panose="020B0604020202020204" pitchFamily="34" charset="0"/>
              </a:rPr>
              <a:t> — ізольована логіка роботи з БД через JDBC.</a:t>
            </a:r>
          </a:p>
        </p:txBody>
      </p:sp>
    </p:spTree>
    <p:extLst>
      <p:ext uri="{BB962C8B-B14F-4D97-AF65-F5344CB8AC3E}">
        <p14:creationId xmlns:p14="http://schemas.microsoft.com/office/powerpoint/2010/main" val="1055772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716658"/>
          </a:xfrm>
        </p:spPr>
        <p:txBody>
          <a:bodyPr>
            <a:noAutofit/>
          </a:bodyPr>
          <a:lstStyle/>
          <a:p>
            <a:pPr algn="ctr"/>
            <a:r>
              <a:rPr lang="uk-UA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Робота з базою даних</a:t>
            </a:r>
            <a:br>
              <a:rPr lang="ru-RU" sz="2800" b="1" i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ru-RU" sz="2800" b="1" i="1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F552C4F-C460-5750-A154-F276FD6662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3608" y="1263243"/>
            <a:ext cx="7704563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Технологія: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JDBC (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Java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Конфігурація: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Використання файлу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db.properties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для безпечного зберігання параметрів доступу.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Ключові запити:</a:t>
            </a: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Динамічний пошук (використання ILIKE та 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PreparedStatement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Складні запити (</a:t>
            </a:r>
            <a:r>
              <a:rPr kumimoji="0" lang="uk-UA" altLang="uk-UA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для отримання акторів та їхніх ролей: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a.full_name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r.role_title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movie_cast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... JOIN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actor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... JOIN </a:t>
            </a:r>
            <a:r>
              <a:rPr kumimoji="0" lang="uk-UA" altLang="uk-UA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role</a:t>
            </a:r>
            <a:r>
              <a:rPr kumimoji="0" lang="uk-UA" altLang="uk-U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957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76873" y="692696"/>
            <a:ext cx="7740353" cy="576064"/>
          </a:xfrm>
        </p:spPr>
        <p:txBody>
          <a:bodyPr>
            <a:normAutofit/>
          </a:bodyPr>
          <a:lstStyle/>
          <a:p>
            <a:pPr algn="ctr"/>
            <a:r>
              <a:rPr lang="uk-UA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Опис інтерфейсу (Головне вікно)</a:t>
            </a:r>
            <a:r>
              <a:rPr lang="uk-UA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69368" y="1381568"/>
            <a:ext cx="3977681" cy="51845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Компоненти</a:t>
            </a:r>
            <a:r>
              <a:rPr lang="ru-RU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TableView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для </a:t>
            </a:r>
            <a:r>
              <a:rPr lang="ru-RU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відображення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списку </a:t>
            </a:r>
            <a:r>
              <a:rPr lang="ru-RU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фільмів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Панель </a:t>
            </a:r>
            <a:r>
              <a:rPr lang="ru-RU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пошуку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з </a:t>
            </a:r>
            <a:r>
              <a:rPr lang="ru-RU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фільтрацією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за </a:t>
            </a:r>
            <a:r>
              <a:rPr lang="ru-RU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назвою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та роком.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Кнопки </a:t>
            </a:r>
            <a:r>
              <a:rPr lang="ru-RU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швидкої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дії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"</a:t>
            </a:r>
            <a:r>
              <a:rPr lang="ru-RU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Додати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", "</a:t>
            </a:r>
            <a:r>
              <a:rPr lang="ru-RU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Видалити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", "</a:t>
            </a:r>
            <a:r>
              <a:rPr lang="ru-RU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Оновити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uk-UA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 descr="ЗМІСТ І СТРУКТУРА КОМПЕТЕНТНОСТІ МАЙБУТНІХ УЧИТЕЛІВ БІОЛОГІЇ У СФЕРІ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F442DA6-D4D2-D89D-7538-40D54D2C6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7049" y="1381568"/>
            <a:ext cx="3776634" cy="478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687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6C2464-AEFA-90CD-5FA1-01E518996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716658"/>
          </a:xfrm>
        </p:spPr>
        <p:txBody>
          <a:bodyPr>
            <a:normAutofit fontScale="90000"/>
          </a:bodyPr>
          <a:lstStyle/>
          <a:p>
            <a:pPr algn="ctr"/>
            <a:r>
              <a:rPr lang="uk-UA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Пошук фільму (за назвою, за роком)</a:t>
            </a:r>
            <a:endParaRPr lang="uk-UA" sz="2800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9EE2A44-E6AD-5537-AC43-42318E94F4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5736" y="1628800"/>
            <a:ext cx="5762746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135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03648" y="654054"/>
            <a:ext cx="6986736" cy="644650"/>
          </a:xfrm>
        </p:spPr>
        <p:txBody>
          <a:bodyPr>
            <a:normAutofit/>
          </a:bodyPr>
          <a:lstStyle/>
          <a:p>
            <a:pPr algn="ctr"/>
            <a:r>
              <a:rPr lang="uk-UA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Керування акторським складом</a:t>
            </a:r>
            <a:endParaRPr lang="ru-RU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9F7BC1F-029B-7653-AD0E-BB907C3F85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9552" y="2224896"/>
            <a:ext cx="414144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Функціонал: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При виборі фільму користувач може відкрити модальне вікно зі списком акторів.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uk-UA" altLang="uk-UA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uk-UA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Відображення: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Таблиця з іменами акторів та їхніми ролями у конкретній стрічці.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327E39A-2693-C7EF-5DA9-CB86F7A05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84784"/>
            <a:ext cx="4392488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32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75656" y="620689"/>
            <a:ext cx="7560840" cy="648072"/>
          </a:xfrm>
        </p:spPr>
        <p:txBody>
          <a:bodyPr>
            <a:noAutofit/>
          </a:bodyPr>
          <a:lstStyle/>
          <a:p>
            <a:pPr algn="ctr"/>
            <a:r>
              <a:rPr lang="uk-UA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Валідація</a:t>
            </a:r>
            <a:r>
              <a:rPr lang="uk-UA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та обробка помилок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15616" y="1409240"/>
            <a:ext cx="7560840" cy="5157192"/>
          </a:xfrm>
        </p:spPr>
        <p:txBody>
          <a:bodyPr>
            <a:normAutofit/>
          </a:bodyPr>
          <a:lstStyle/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uk-UA" altLang="uk-UA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 модальних вікон (</a:t>
            </a:r>
            <a:r>
              <a:rPr lang="uk-UA" altLang="uk-UA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Alert</a:t>
            </a:r>
            <a:r>
              <a:rPr lang="uk-UA" altLang="uk-UA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для інформування користувача про некоректне введення.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uk-UA" altLang="uk-UA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Відкат змін у таблиці при помилці SQL-запиту.</a:t>
            </a:r>
          </a:p>
          <a:p>
            <a:pPr marL="0" indent="0" algn="just">
              <a:buNone/>
            </a:pPr>
            <a:endParaRPr lang="uk-UA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uk-UA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21B2F70-195C-BAF8-3747-C71C59E35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3750937"/>
            <a:ext cx="5544616" cy="249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66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4373A4-2B9E-49D3-AA93-0096E9B4C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055670"/>
          </a:xfrm>
        </p:spPr>
        <p:txBody>
          <a:bodyPr/>
          <a:lstStyle/>
          <a:p>
            <a:pPr algn="ctr"/>
            <a:r>
              <a:rPr lang="uk-UA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Автотести</a:t>
            </a:r>
            <a:r>
              <a:rPr lang="uk-UA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для </a:t>
            </a:r>
            <a:r>
              <a:rPr lang="uk-UA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валідації</a:t>
            </a:r>
            <a:r>
              <a:rPr lang="uk-UA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даних таблиць 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MOVIE </a:t>
            </a:r>
            <a:r>
              <a:rPr lang="uk-UA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та 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ACTOR</a:t>
            </a:r>
            <a:endParaRPr lang="uk-UA"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E8DDA932-A48B-0CFD-B237-592A93ED15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5856" y="1905000"/>
            <a:ext cx="5782482" cy="266737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2075768-A1AF-19F8-6998-16468346E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82" y="4740052"/>
            <a:ext cx="8907118" cy="18481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498E6C8-625D-1C57-1F35-4EE80B231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83" y="2571652"/>
            <a:ext cx="2400635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915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70D46-CF57-15EE-F4E1-9985CB495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860674"/>
          </a:xfrm>
        </p:spPr>
        <p:txBody>
          <a:bodyPr/>
          <a:lstStyle/>
          <a:p>
            <a:pPr algn="ctr"/>
            <a:r>
              <a:rPr lang="uk-UA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Робота з системою контролю версій 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endParaRPr lang="uk-UA"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09A15DE-6419-CB2C-6EB6-4A7DFED58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3687" y="1557337"/>
            <a:ext cx="6589199" cy="484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32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96FBCD-B73D-709D-685E-FCEF4748C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43673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700" b="1" i="1" dirty="0">
                <a:latin typeface="Arial" panose="020B0604020202020204" pitchFamily="34" charset="0"/>
                <a:cs typeface="Arial" panose="020B0604020202020204" pitchFamily="34" charset="0"/>
              </a:rPr>
              <a:t>GitHub Branches</a:t>
            </a:r>
            <a:br>
              <a:rPr lang="uk-UA" sz="2400" b="1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uk-UA" sz="2400" b="1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https://github.com/meshapavlo-glitch/JavaFX-JDBC-Project</a:t>
            </a:r>
            <a:br>
              <a:rPr lang="uk-UA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uk-UA"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99D9A77-C767-322C-CAA4-6E41B40DBE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0348" y="2348880"/>
            <a:ext cx="7070132" cy="369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5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92628" y="692696"/>
            <a:ext cx="7488832" cy="490998"/>
          </a:xfrm>
        </p:spPr>
        <p:txBody>
          <a:bodyPr>
            <a:normAutofit/>
          </a:bodyPr>
          <a:lstStyle/>
          <a:p>
            <a:pPr algn="ctr"/>
            <a:r>
              <a:rPr lang="uk-UA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Налаштування 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GitHub Pages </a:t>
            </a:r>
            <a:endParaRPr lang="ru-RU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DFAECB1-96BD-42D8-56D6-CD17038D0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4813" y="1725327"/>
            <a:ext cx="6801799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691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0363" y="544592"/>
            <a:ext cx="7560840" cy="508144"/>
          </a:xfrm>
        </p:spPr>
        <p:txBody>
          <a:bodyPr>
            <a:noAutofit/>
          </a:bodyPr>
          <a:lstStyle/>
          <a:p>
            <a:pPr algn="ctr"/>
            <a:r>
              <a:rPr lang="en-US" sz="24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JavaDoc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ru-RU" sz="2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9632" y="1674416"/>
            <a:ext cx="5112568" cy="4929584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endParaRPr lang="uk-UA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uk-UA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uk-UA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uk-UA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uk-UA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Font typeface="Wingdings" panose="05000000000000000000" pitchFamily="2" charset="2"/>
              <a:buChar char="ü"/>
            </a:pPr>
            <a:endParaRPr lang="uk-UA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EB9820A-B627-CD79-56C0-E127E4C04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315914"/>
            <a:ext cx="8354591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546629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3600</TotalTime>
  <Words>348</Words>
  <Application>Microsoft Office PowerPoint</Application>
  <PresentationFormat>Экран (4:3)</PresentationFormat>
  <Paragraphs>45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Century Gothic</vt:lpstr>
      <vt:lpstr>Times New Roman</vt:lpstr>
      <vt:lpstr>Wingdings</vt:lpstr>
      <vt:lpstr>Wingdings 3</vt:lpstr>
      <vt:lpstr>Легкий дым</vt:lpstr>
      <vt:lpstr>Movie Manager CRUD Система керування каталогом фільмів   Інструменти: Java, JavaFX, JDBC, PostgreSQL Виконавці: Павло Меша, Андрій Федорченков, Максим Попов</vt:lpstr>
      <vt:lpstr>Огляд проєкту</vt:lpstr>
      <vt:lpstr>Архітектура додатка</vt:lpstr>
      <vt:lpstr>Робота з базою даних </vt:lpstr>
      <vt:lpstr>Опис інтерфейсу (Головне вікно):</vt:lpstr>
      <vt:lpstr>Пошук фільму (за назвою, за роком)</vt:lpstr>
      <vt:lpstr>Керування акторським складом</vt:lpstr>
      <vt:lpstr>Валідація та обробка помилок</vt:lpstr>
      <vt:lpstr>Автотести для валідації даних таблиць MOVIE та ACTOR</vt:lpstr>
      <vt:lpstr>Робота з системою контролю версій GitHub</vt:lpstr>
      <vt:lpstr>GitHub Branches  https://github.com/meshapavlo-glitch/JavaFX-JDBC-Project </vt:lpstr>
      <vt:lpstr>Налаштування GitHub Pages </vt:lpstr>
      <vt:lpstr>JavaDoc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Зона пустель та напівпустель</dc:title>
  <dc:creator>Меша Елена Сергеевна</dc:creator>
  <cp:lastModifiedBy>Евгений Меша</cp:lastModifiedBy>
  <cp:revision>407</cp:revision>
  <dcterms:created xsi:type="dcterms:W3CDTF">2018-11-22T10:13:21Z</dcterms:created>
  <dcterms:modified xsi:type="dcterms:W3CDTF">2026-05-01T07:48:21Z</dcterms:modified>
</cp:coreProperties>
</file>
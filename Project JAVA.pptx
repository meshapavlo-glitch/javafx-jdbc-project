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67" r:id="rId3"/>
    <p:sldId id="295" r:id="rId4"/>
    <p:sldId id="318" r:id="rId5"/>
    <p:sldId id="293" r:id="rId6"/>
    <p:sldId id="321" r:id="rId7"/>
    <p:sldId id="313" r:id="rId8"/>
    <p:sldId id="277" r:id="rId9"/>
    <p:sldId id="319" r:id="rId10"/>
    <p:sldId id="320" r:id="rId11"/>
    <p:sldId id="282" r:id="rId12"/>
    <p:sldId id="29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9" d="100"/>
          <a:sy n="79" d="100"/>
        </p:scale>
        <p:origin x="84" y="7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7267A5-E8A9-44E6-AC6B-85659C923B0A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EDE85-DD58-44D8-86D3-962F190C93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8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A8EDE85-DD58-44D8-86D3-962F190C933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56293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461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9318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2993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353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9995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804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858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3292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9146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9001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533880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9169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50178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5379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736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991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5EA50F-FAC3-4A01-9F54-6C5B960CBCCB}" type="datetimeFigureOut">
              <a:rPr lang="ru-RU" smtClean="0"/>
              <a:t>30.04.2026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91D3A2-60AB-4798-8AB8-097415399B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777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23528" y="764704"/>
            <a:ext cx="8820472" cy="2952328"/>
          </a:xfrm>
        </p:spPr>
        <p:txBody>
          <a:bodyPr>
            <a:noAutofit/>
          </a:bodyPr>
          <a:lstStyle/>
          <a:p>
            <a:pPr algn="ctr"/>
            <a:r>
              <a:rPr lang="en-US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Movie Manager CRUD</a:t>
            </a:r>
            <a:br>
              <a:rPr lang="en-US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</a:t>
            </a:r>
            <a:r>
              <a:rPr lang="ru-RU" sz="32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керування</a:t>
            </a:r>
            <a:r>
              <a:rPr lang="ru-RU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каталогом </a:t>
            </a:r>
            <a:r>
              <a:rPr lang="ru-RU" sz="32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фільмів</a:t>
            </a:r>
            <a:r>
              <a:rPr lang="ru-RU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ru-RU" sz="3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4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Інструменти: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Java, JavaFX, JDBC, PostgreSQL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Виконавці: Павло Меша, Андрій </a:t>
            </a:r>
            <a:r>
              <a:rPr lang="uk-UA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Федорченков</a:t>
            </a:r>
            <a:r>
              <a:rPr lang="uk-UA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Максим Попов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952" y="3933056"/>
            <a:ext cx="4757671" cy="266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07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15616" y="687087"/>
            <a:ext cx="7800801" cy="610480"/>
          </a:xfrm>
        </p:spPr>
        <p:txBody>
          <a:bodyPr>
            <a:noAutofit/>
          </a:bodyPr>
          <a:lstStyle/>
          <a:p>
            <a:pPr algn="ctr"/>
            <a:r>
              <a:rPr lang="uk-UA" sz="2800" b="1" i="1" dirty="0">
                <a:latin typeface="Arial" panose="020B0604020202020204" pitchFamily="34" charset="0"/>
                <a:cs typeface="Arial" panose="020B0604020202020204" pitchFamily="34" charset="0"/>
              </a:rPr>
              <a:t>Огляд проєкту</a:t>
            </a:r>
            <a:endParaRPr lang="ru-RU" sz="28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????"/>
          <p:cNvSpPr>
            <a:spLocks noChangeAspect="1" noChangeArrowheads="1"/>
          </p:cNvSpPr>
          <p:nvPr/>
        </p:nvSpPr>
        <p:spPr bwMode="auto">
          <a:xfrm>
            <a:off x="134938" y="3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3" descr="????????"/>
          <p:cNvSpPr>
            <a:spLocks noChangeAspect="1" noChangeArrowheads="1"/>
          </p:cNvSpPr>
          <p:nvPr/>
        </p:nvSpPr>
        <p:spPr bwMode="auto">
          <a:xfrm>
            <a:off x="5365750" y="3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4" descr="????"/>
          <p:cNvSpPr>
            <a:spLocks noChangeAspect="1" noChangeArrowheads="1"/>
          </p:cNvSpPr>
          <p:nvPr/>
        </p:nvSpPr>
        <p:spPr bwMode="auto">
          <a:xfrm>
            <a:off x="134938" y="3206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2" descr="Говоримо українською!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98E20E71-E785-6F93-6A8F-86CA4DB8C6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70632" y="1027833"/>
            <a:ext cx="8045785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Розробка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десктопного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додатка для керування базою даних фільмів.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r>
              <a:rPr 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Стабільний додаток з чітким розділенням бізнес-логіки та інтерфейсу.</a:t>
            </a:r>
            <a:endParaRPr lang="uk-UA" altLang="uk-UA" sz="24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Основні можливості: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Перегляд повного списку фільмів.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Пошук за назвою та роком випуску.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Повний цикл CRUD (Створення, Читання, Оновлення, Видалення).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Перегляд акторського складу для кожного фільму.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747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31640" y="620688"/>
            <a:ext cx="6768752" cy="720080"/>
          </a:xfrm>
        </p:spPr>
        <p:txBody>
          <a:bodyPr>
            <a:noAutofit/>
          </a:bodyPr>
          <a:lstStyle/>
          <a:p>
            <a:pPr algn="ctr"/>
            <a:r>
              <a:rPr lang="uk-UA" sz="2800" b="1" i="1" dirty="0">
                <a:latin typeface="Arial" panose="020B0604020202020204" pitchFamily="34" charset="0"/>
                <a:cs typeface="Arial" panose="020B0604020202020204" pitchFamily="34" charset="0"/>
              </a:rPr>
              <a:t>Архітектура додатка</a:t>
            </a:r>
            <a:endParaRPr lang="ru-RU" sz="28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A5BCECBE-7400-0073-EADC-FA25978678C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3568" y="1556792"/>
            <a:ext cx="8309334" cy="48251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Паттерн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 MVC (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Model-View-Controller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400" b="1" dirty="0" err="1">
                <a:solidFill>
                  <a:schemeClr val="tx1"/>
                </a:solidFill>
                <a:latin typeface="Arial" panose="020B0604020202020204" pitchFamily="34" charset="0"/>
              </a:rPr>
              <a:t>Model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: Класи 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Movie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 та 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Actor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 — представляють структури даних.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400" b="1" dirty="0" err="1">
                <a:solidFill>
                  <a:schemeClr val="tx1"/>
                </a:solidFill>
                <a:latin typeface="Arial" panose="020B0604020202020204" pitchFamily="34" charset="0"/>
              </a:rPr>
              <a:t>View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: FXML-файли (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main.fxml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actors.fxml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) — опис інтерфейсу.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400" b="1" dirty="0" err="1">
                <a:solidFill>
                  <a:schemeClr val="tx1"/>
                </a:solidFill>
                <a:latin typeface="Arial" panose="020B0604020202020204" pitchFamily="34" charset="0"/>
              </a:rPr>
              <a:t>Controller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MovieController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 та 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ActorsController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 — логіка обробки подій користувача.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uk-UA" altLang="uk-UA" sz="2400" b="1" dirty="0">
                <a:solidFill>
                  <a:schemeClr val="tx1"/>
                </a:solidFill>
                <a:latin typeface="Arial" panose="020B0604020202020204" pitchFamily="34" charset="0"/>
              </a:rPr>
              <a:t>Сервісний шар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: 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</a:rPr>
              <a:t>DatabaseService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</a:rPr>
              <a:t> — ізольована логіка роботи з БД через JDBC.</a:t>
            </a:r>
          </a:p>
        </p:txBody>
      </p:sp>
    </p:spTree>
    <p:extLst>
      <p:ext uri="{BB962C8B-B14F-4D97-AF65-F5344CB8AC3E}">
        <p14:creationId xmlns:p14="http://schemas.microsoft.com/office/powerpoint/2010/main" val="1055772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716658"/>
          </a:xfrm>
        </p:spPr>
        <p:txBody>
          <a:bodyPr>
            <a:noAutofit/>
          </a:bodyPr>
          <a:lstStyle/>
          <a:p>
            <a:pPr algn="ctr"/>
            <a:r>
              <a:rPr lang="uk-UA" sz="2800" b="1" i="1" dirty="0">
                <a:latin typeface="Arial" panose="020B0604020202020204" pitchFamily="34" charset="0"/>
                <a:cs typeface="Arial" panose="020B0604020202020204" pitchFamily="34" charset="0"/>
              </a:rPr>
              <a:t>Робота з базою даних</a:t>
            </a:r>
            <a:br>
              <a:rPr lang="ru-RU" sz="2800" b="1" i="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endParaRPr lang="ru-RU" sz="2800" b="1" i="1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F552C4F-C460-5750-A154-F276FD6662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43608" y="1263243"/>
            <a:ext cx="7704563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Технологія: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JDBC (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Connectivity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Конфігурація: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Використання файлу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db.properties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для безпечного зберігання параметрів доступу.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Ключові запити:</a:t>
            </a:r>
            <a:endParaRPr kumimoji="0" lang="uk-UA" altLang="uk-UA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Динамічний пошук (використання ILIKE та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PreparedStatement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Складні запити (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для отримання акторів та їхніх ролей: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SELECT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a.full_name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r.role_title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FROM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movie_cast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... JOIN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actor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... JOIN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role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...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uk-UA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95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76873" y="692696"/>
            <a:ext cx="7740353" cy="576064"/>
          </a:xfrm>
        </p:spPr>
        <p:txBody>
          <a:bodyPr>
            <a:normAutofit/>
          </a:bodyPr>
          <a:lstStyle/>
          <a:p>
            <a:pPr algn="ctr"/>
            <a: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Опис інтерфейсу (Головне вікно)</a:t>
            </a:r>
            <a:r>
              <a:rPr lang="uk-UA" sz="24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sz="24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42390" y="1484784"/>
            <a:ext cx="3977681" cy="51845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Компоненти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TableView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відображення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списку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фільмів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Панель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пошуку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з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фільтрацією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за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назвою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та роком.</a:t>
            </a:r>
          </a:p>
          <a:p>
            <a:pPr marL="0" indent="0">
              <a:buNone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Кнопки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швидкої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дії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: "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Додати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", "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Видалити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", "</a:t>
            </a: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Оновити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".</a:t>
            </a:r>
          </a:p>
          <a:p>
            <a:pPr>
              <a:lnSpc>
                <a:spcPct val="150000"/>
              </a:lnSpc>
            </a:pPr>
            <a:endParaRPr lang="uk-UA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 descr="ЗМІСТ І СТРУКТУРА КОМПЕТЕНТНОСТІ МАЙБУТНІХ УЧИТЕЛІВ БІОЛОГІЇ У СФЕРІ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F442DA6-D4D2-D89D-7538-40D54D2C6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049" y="1381568"/>
            <a:ext cx="3776634" cy="478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87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6C2464-AEFA-90CD-5FA1-01E518996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716658"/>
          </a:xfrm>
        </p:spPr>
        <p:txBody>
          <a:bodyPr>
            <a:normAutofit fontScale="90000"/>
          </a:bodyPr>
          <a:lstStyle/>
          <a:p>
            <a:pPr algn="ctr"/>
            <a:r>
              <a:rPr lang="uk-UA" sz="2800" b="1" i="1" dirty="0">
                <a:latin typeface="Arial" panose="020B0604020202020204" pitchFamily="34" charset="0"/>
                <a:cs typeface="Arial" panose="020B0604020202020204" pitchFamily="34" charset="0"/>
              </a:rPr>
              <a:t>Пошук фільму (за назвою, за роком)</a:t>
            </a:r>
            <a:endParaRPr lang="uk-UA" sz="2800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29EE2A44-E6AD-5537-AC43-42318E94F4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5736" y="1628800"/>
            <a:ext cx="5762746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357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03648" y="654054"/>
            <a:ext cx="6986736" cy="644650"/>
          </a:xfrm>
        </p:spPr>
        <p:txBody>
          <a:bodyPr>
            <a:normAutofit/>
          </a:bodyPr>
          <a:lstStyle/>
          <a:p>
            <a:pPr algn="ctr"/>
            <a: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Керування акторським складом</a:t>
            </a:r>
            <a:endParaRPr lang="ru-RU" sz="24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F7BC1F-029B-7653-AD0E-BB907C3F85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55576" y="1324272"/>
            <a:ext cx="4464496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Функціонал: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При виборі фільму користувач може відкрити модальне вікно зі списком акторів.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Реалізація: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 Використання </a:t>
            </a:r>
            <a:r>
              <a:rPr kumimoji="0" lang="uk-UA" altLang="uk-UA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Modality.APPLICATION_MODAL</a:t>
            </a:r>
            <a:r>
              <a:rPr kumimoji="0" lang="uk-UA" altLang="uk-UA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для фокусування на вікні акторів.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Передача даних між контролерами через метод </a:t>
            </a:r>
            <a:r>
              <a:rPr kumimoji="0" lang="uk-UA" altLang="uk-UA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initData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Відображення:</a:t>
            </a:r>
            <a:r>
              <a:rPr kumimoji="0" lang="uk-UA" altLang="uk-UA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Таблиця з іменами акторів та їхніми ролями у конкретній стрічці.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327E39A-2693-C7EF-5DA9-CB86F7A0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016" y="1484784"/>
            <a:ext cx="4067472" cy="489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32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75656" y="620689"/>
            <a:ext cx="7560840" cy="648072"/>
          </a:xfrm>
        </p:spPr>
        <p:txBody>
          <a:bodyPr>
            <a:noAutofit/>
          </a:bodyPr>
          <a:lstStyle/>
          <a:p>
            <a:pPr algn="ctr"/>
            <a:r>
              <a:rPr lang="uk-UA" sz="24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Валідація</a:t>
            </a:r>
            <a: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 та обробка помилок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15616" y="1409240"/>
            <a:ext cx="7560840" cy="5157192"/>
          </a:xfrm>
        </p:spPr>
        <p:txBody>
          <a:bodyPr>
            <a:normAutofit/>
          </a:bodyPr>
          <a:lstStyle/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Система модальних вікон (</a:t>
            </a:r>
            <a:r>
              <a:rPr lang="uk-UA" altLang="uk-UA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Alert</a:t>
            </a: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для інформування користувача про некоректне введення.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uk-UA" altLang="uk-UA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Відкат змін у таблиці при помилці SQL-запиту.</a:t>
            </a:r>
          </a:p>
          <a:p>
            <a:pPr marL="0" indent="0" algn="just">
              <a:buNone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21B2F70-195C-BAF8-3747-C71C59E35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750937"/>
            <a:ext cx="5544616" cy="2493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6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70D46-CF57-15EE-F4E1-9985CB49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860674"/>
          </a:xfrm>
        </p:spPr>
        <p:txBody>
          <a:bodyPr/>
          <a:lstStyle/>
          <a:p>
            <a:pPr algn="ctr"/>
            <a: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Робота з системою контролю версій </a:t>
            </a:r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endParaRPr lang="uk-UA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309A15DE-6419-CB2C-6EB6-4A7DFED58B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3687" y="1557337"/>
            <a:ext cx="6589199" cy="4840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632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96FBCD-B73D-709D-685E-FCEF4748C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43673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700" b="1" i="1" dirty="0">
                <a:latin typeface="Arial" panose="020B0604020202020204" pitchFamily="34" charset="0"/>
                <a:cs typeface="Arial" panose="020B0604020202020204" pitchFamily="34" charset="0"/>
              </a:rPr>
              <a:t>GitHub Branches</a:t>
            </a:r>
            <a:b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https://github.com/meshapavlo-glitch/JavaFX-JDBC-Project</a:t>
            </a:r>
            <a:br>
              <a:rPr lang="uk-UA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uk-UA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99D9A77-C767-322C-CAA4-6E41B40DB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0348" y="2348880"/>
            <a:ext cx="7070132" cy="3693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845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92628" y="692696"/>
            <a:ext cx="7488832" cy="490998"/>
          </a:xfrm>
        </p:spPr>
        <p:txBody>
          <a:bodyPr>
            <a:normAutofit/>
          </a:bodyPr>
          <a:lstStyle/>
          <a:p>
            <a:pPr algn="ctr"/>
            <a:r>
              <a:rPr lang="uk-UA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Налаштування </a:t>
            </a:r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GitHub Pages </a:t>
            </a:r>
            <a:endParaRPr lang="ru-RU" sz="24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DFAECB1-96BD-42D8-56D6-CD17038D0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4813" y="1725327"/>
            <a:ext cx="6801799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691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70363" y="544592"/>
            <a:ext cx="7560840" cy="508144"/>
          </a:xfrm>
        </p:spPr>
        <p:txBody>
          <a:bodyPr>
            <a:noAutofit/>
          </a:bodyPr>
          <a:lstStyle/>
          <a:p>
            <a:pPr algn="ctr"/>
            <a:r>
              <a:rPr lang="en-US" sz="24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JavaDoc</a:t>
            </a:r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ru-RU" sz="24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9632" y="1674416"/>
            <a:ext cx="5112568" cy="4929584"/>
          </a:xfrm>
        </p:spPr>
        <p:txBody>
          <a:bodyPr>
            <a:normAutofit/>
          </a:bodyPr>
          <a:lstStyle/>
          <a:p>
            <a:pPr algn="just">
              <a:buFont typeface="Wingdings" panose="05000000000000000000" pitchFamily="2" charset="2"/>
              <a:buChar char="ü"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ü"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ü"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ü"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ü"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buFont typeface="Wingdings" panose="05000000000000000000" pitchFamily="2" charset="2"/>
              <a:buChar char="ü"/>
            </a:pPr>
            <a:endParaRPr lang="uk-UA" sz="2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EB9820A-B627-CD79-56C0-E127E4C04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1315914"/>
            <a:ext cx="8354591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46629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3590</TotalTime>
  <Words>361</Words>
  <Application>Microsoft Office PowerPoint</Application>
  <PresentationFormat>Экран (4:3)</PresentationFormat>
  <Paragraphs>45</Paragraphs>
  <Slides>12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Arial</vt:lpstr>
      <vt:lpstr>Calibri</vt:lpstr>
      <vt:lpstr>Century Gothic</vt:lpstr>
      <vt:lpstr>Times New Roman</vt:lpstr>
      <vt:lpstr>Wingdings</vt:lpstr>
      <vt:lpstr>Wingdings 3</vt:lpstr>
      <vt:lpstr>Легкий дым</vt:lpstr>
      <vt:lpstr>Movie Manager CRUD Система керування каталогом фільмів   Інструменти: Java, JavaFX, JDBC, PostgreSQL Виконавці: Павло Меша, Андрій Федорченков, Максим Попов</vt:lpstr>
      <vt:lpstr>Огляд проєкту</vt:lpstr>
      <vt:lpstr>Архітектура додатка</vt:lpstr>
      <vt:lpstr>Робота з базою даних </vt:lpstr>
      <vt:lpstr>Опис інтерфейсу (Головне вікно):</vt:lpstr>
      <vt:lpstr>Пошук фільму (за назвою, за роком)</vt:lpstr>
      <vt:lpstr>Керування акторським складом</vt:lpstr>
      <vt:lpstr>Валідація та обробка помилок</vt:lpstr>
      <vt:lpstr>Робота з системою контролю версій GitHub</vt:lpstr>
      <vt:lpstr>GitHub Branches  https://github.com/meshapavlo-glitch/JavaFX-JDBC-Project </vt:lpstr>
      <vt:lpstr>Налаштування GitHub Pages </vt:lpstr>
      <vt:lpstr>JavaDoc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Зона пустель та напівпустель</dc:title>
  <dc:creator>Меша Елена Сергеевна</dc:creator>
  <cp:lastModifiedBy>Евгений Меша</cp:lastModifiedBy>
  <cp:revision>405</cp:revision>
  <dcterms:created xsi:type="dcterms:W3CDTF">2018-11-22T10:13:21Z</dcterms:created>
  <dcterms:modified xsi:type="dcterms:W3CDTF">2026-04-30T16:49:00Z</dcterms:modified>
</cp:coreProperties>
</file>